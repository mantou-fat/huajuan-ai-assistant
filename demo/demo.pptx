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A2B4A"/>
                </a:solidFill>
              </a:rPr>
              <a:t>STM32 光照闭环实验报告</a:t>
            </a:r>
          </a:p>
          <a:p>
            <a:pPr algn="ctr"/>
            <a:r>
              <a:rPr sz="1800">
                <a:solidFill>
                  <a:srgbClr val="666666"/>
                </a:solidFill>
              </a:rPr>
              <a:t>花卷生成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B6CB0"/>
                </a:solidFill>
              </a:rPr>
              <a:t>一、实验目的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/>
              <a:t>• 用 **STM32F103C8T6** 搭建光照闭环：光敏电阻测照度、PWM 调光。</a:t>
            </a:r>
          </a:p>
          <a:p>
            <a:pPr>
              <a:spcAft>
                <a:spcPts val="1000"/>
              </a:spcAft>
            </a:pPr>
            <a:r>
              <a:rPr sz="2000"/>
              <a:t>• 把照度稳定在 `500~1500 lux`，误差 ≤ 2%。</a:t>
            </a:r>
          </a:p>
          <a:p>
            <a:pPr>
              <a:spcAft>
                <a:spcPts val="1000"/>
              </a:spcAft>
            </a:pPr>
            <a:r>
              <a:rPr sz="2000"/>
              <a:t>• 练习 ADC 滤波、PI 控制、LCD 显示。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B6CB0"/>
                </a:solidFill>
              </a:rPr>
              <a:t>二、系统框图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/>
              <a:t>• 目标照度 → PI 控制器 → PWM（1099Hz / 16 位）→ MOSFET → 6 颗白光 LED</a:t>
            </a:r>
          </a:p>
          <a:p>
            <a:pPr>
              <a:spcAft>
                <a:spcPts val="1000"/>
              </a:spcAft>
            </a:pPr>
            <a:r>
              <a:rPr sz="2000"/>
              <a:t>• 光敏电阻分压 → ADC → 滤波换算 → 反馈回比较点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B6CB0"/>
                </a:solidFill>
              </a:rPr>
              <a:t>六、结论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/>
              <a:t>• 闭环在 `500~1500 lux` 内误差 ≤ 0.5%，达到 2% 要求。</a:t>
            </a:r>
          </a:p>
          <a:p>
            <a:pPr>
              <a:spcAft>
                <a:spcPts val="1000"/>
              </a:spcAft>
            </a:pPr>
            <a:r>
              <a:rPr sz="2000"/>
              <a:t>• 1kΩ 分压 + 16 位 PWM 是精度的关键。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